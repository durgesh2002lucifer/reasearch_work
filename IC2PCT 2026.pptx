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61" r:id="rId4"/>
    <p:sldMasterId id="2147483673" r:id="rId5"/>
    <p:sldMasterId id="2147483685" r:id="rId6"/>
    <p:sldMasterId id="2147483697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hAEJ2fu2ZVp5iqGnp5aIrhRg1i/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1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18" Type="http://customschemas.google.com/relationships/presentationmetadata" Target="metadata"/><Relationship Id="rId7" Type="http://schemas.openxmlformats.org/officeDocument/2006/relationships/slideMaster" Target="slideMasters/slideMaster5.xml"/><Relationship Id="rId8" Type="http://schemas.openxmlformats.org/officeDocument/2006/relationships/notesMaster" Target="notesMasters/notesMaster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9" name="Google Shape;51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6" name="Google Shape;52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2" name="Google Shape;53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8" name="Google Shape;538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4" name="Google Shape;54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0" name="Google Shape;55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6" name="Google Shape;556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2" name="Google Shape;562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8" name="Google Shape;568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9.png"/><Relationship Id="rId6" Type="http://schemas.openxmlformats.org/officeDocument/2006/relationships/image" Target="../media/image4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9.png"/><Relationship Id="rId6" Type="http://schemas.openxmlformats.org/officeDocument/2006/relationships/image" Target="../media/image4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9.png"/><Relationship Id="rId6" Type="http://schemas.openxmlformats.org/officeDocument/2006/relationships/image" Target="../media/image4.jp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7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9.png"/><Relationship Id="rId6" Type="http://schemas.openxmlformats.org/officeDocument/2006/relationships/image" Target="../media/image4.jp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1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1"/>
          <p:cNvSpPr/>
          <p:nvPr/>
        </p:nvSpPr>
        <p:spPr>
          <a:xfrm>
            <a:off x="15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1"/>
          <p:cNvSpPr txBox="1"/>
          <p:nvPr>
            <p:ph type="ctrTitle"/>
          </p:nvPr>
        </p:nvSpPr>
        <p:spPr>
          <a:xfrm>
            <a:off x="1097280" y="830190"/>
            <a:ext cx="10058400" cy="34948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subTitle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" name="Google Shape;24;p11"/>
          <p:cNvSpPr/>
          <p:nvPr/>
        </p:nvSpPr>
        <p:spPr>
          <a:xfrm>
            <a:off x="0" y="-5840"/>
            <a:ext cx="12188700" cy="7566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25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91788" y="4681"/>
            <a:ext cx="661496" cy="728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6018" y="37107"/>
            <a:ext cx="2149190" cy="695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62715" y="36303"/>
            <a:ext cx="3045060" cy="6746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02818" y="31805"/>
            <a:ext cx="2018358" cy="6958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EEE Women in Engineering Visual Identity Toolkit - IEEE Brand Experience" id="29" name="Google Shape;29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25353" y="-9616"/>
            <a:ext cx="957451" cy="7426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 txBox="1"/>
          <p:nvPr>
            <p:ph type="title"/>
          </p:nvPr>
        </p:nvSpPr>
        <p:spPr>
          <a:xfrm>
            <a:off x="1154083" y="778682"/>
            <a:ext cx="10058400" cy="12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" type="body"/>
          </p:nvPr>
        </p:nvSpPr>
        <p:spPr>
          <a:xfrm>
            <a:off x="1149904" y="1989910"/>
            <a:ext cx="10058400" cy="38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3"/>
          <p:cNvSpPr/>
          <p:nvPr/>
        </p:nvSpPr>
        <p:spPr>
          <a:xfrm>
            <a:off x="15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3"/>
          <p:cNvSpPr txBox="1"/>
          <p:nvPr>
            <p:ph type="title"/>
          </p:nvPr>
        </p:nvSpPr>
        <p:spPr>
          <a:xfrm>
            <a:off x="1097280" y="758952"/>
            <a:ext cx="100584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1" name="Google Shape;41;p13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4" name="Google Shape;44;p13"/>
          <p:cNvCxnSpPr/>
          <p:nvPr/>
        </p:nvCxnSpPr>
        <p:spPr>
          <a:xfrm>
            <a:off x="1207658" y="4343400"/>
            <a:ext cx="98754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" type="body"/>
          </p:nvPr>
        </p:nvSpPr>
        <p:spPr>
          <a:xfrm>
            <a:off x="1097279" y="1845734"/>
            <a:ext cx="49377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2" type="body"/>
          </p:nvPr>
        </p:nvSpPr>
        <p:spPr>
          <a:xfrm>
            <a:off x="6217920" y="1845735"/>
            <a:ext cx="49377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4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5"/>
          <p:cNvSpPr txBox="1"/>
          <p:nvPr>
            <p:ph idx="1" type="body"/>
          </p:nvPr>
        </p:nvSpPr>
        <p:spPr>
          <a:xfrm>
            <a:off x="1097280" y="1846052"/>
            <a:ext cx="4937700" cy="7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15"/>
          <p:cNvSpPr txBox="1"/>
          <p:nvPr>
            <p:ph idx="2" type="body"/>
          </p:nvPr>
        </p:nvSpPr>
        <p:spPr>
          <a:xfrm>
            <a:off x="1097280" y="2582334"/>
            <a:ext cx="4937700" cy="3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3" type="body"/>
          </p:nvPr>
        </p:nvSpPr>
        <p:spPr>
          <a:xfrm>
            <a:off x="6217920" y="1846052"/>
            <a:ext cx="4937700" cy="7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15"/>
          <p:cNvSpPr txBox="1"/>
          <p:nvPr>
            <p:ph idx="4" type="body"/>
          </p:nvPr>
        </p:nvSpPr>
        <p:spPr>
          <a:xfrm>
            <a:off x="6217920" y="2582334"/>
            <a:ext cx="4937700" cy="3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066800" y="1883856"/>
            <a:ext cx="10058400" cy="12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7"/>
          <p:cNvSpPr/>
          <p:nvPr/>
        </p:nvSpPr>
        <p:spPr>
          <a:xfrm>
            <a:off x="15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/>
          <p:nvPr/>
        </p:nvSpPr>
        <p:spPr>
          <a:xfrm>
            <a:off x="16" y="0"/>
            <a:ext cx="40509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8"/>
          <p:cNvSpPr/>
          <p:nvPr/>
        </p:nvSpPr>
        <p:spPr>
          <a:xfrm>
            <a:off x="4040071" y="0"/>
            <a:ext cx="63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8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>
            <a:off x="4800600" y="731520"/>
            <a:ext cx="64923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2" type="body"/>
          </p:nvPr>
        </p:nvSpPr>
        <p:spPr>
          <a:xfrm>
            <a:off x="457200" y="2926080"/>
            <a:ext cx="3200400" cy="3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8" name="Google Shape;78;p18"/>
          <p:cNvSpPr txBox="1"/>
          <p:nvPr>
            <p:ph idx="10" type="dt"/>
          </p:nvPr>
        </p:nvSpPr>
        <p:spPr>
          <a:xfrm>
            <a:off x="465512" y="6459785"/>
            <a:ext cx="2618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1" type="ftr"/>
          </p:nvPr>
        </p:nvSpPr>
        <p:spPr>
          <a:xfrm>
            <a:off x="4800600" y="6459785"/>
            <a:ext cx="4648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/>
          <p:nvPr/>
        </p:nvSpPr>
        <p:spPr>
          <a:xfrm>
            <a:off x="0" y="4953000"/>
            <a:ext cx="12188700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9"/>
          <p:cNvSpPr/>
          <p:nvPr/>
        </p:nvSpPr>
        <p:spPr>
          <a:xfrm>
            <a:off x="15" y="491507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9"/>
          <p:cNvSpPr txBox="1"/>
          <p:nvPr>
            <p:ph type="title"/>
          </p:nvPr>
        </p:nvSpPr>
        <p:spPr>
          <a:xfrm>
            <a:off x="1097280" y="5074920"/>
            <a:ext cx="10113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9"/>
          <p:cNvSpPr/>
          <p:nvPr>
            <p:ph idx="2" type="pic"/>
          </p:nvPr>
        </p:nvSpPr>
        <p:spPr>
          <a:xfrm>
            <a:off x="15" y="0"/>
            <a:ext cx="12192000" cy="4915200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19"/>
          <p:cNvSpPr txBox="1"/>
          <p:nvPr>
            <p:ph idx="1" type="body"/>
          </p:nvPr>
        </p:nvSpPr>
        <p:spPr>
          <a:xfrm>
            <a:off x="1097280" y="5907023"/>
            <a:ext cx="10113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7" name="Google Shape;87;p19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 txBox="1"/>
          <p:nvPr>
            <p:ph type="title"/>
          </p:nvPr>
        </p:nvSpPr>
        <p:spPr>
          <a:xfrm>
            <a:off x="1066800" y="1883856"/>
            <a:ext cx="10058400" cy="12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0"/>
          <p:cNvSpPr txBox="1"/>
          <p:nvPr>
            <p:ph idx="1" type="body"/>
          </p:nvPr>
        </p:nvSpPr>
        <p:spPr>
          <a:xfrm rot="5400000">
            <a:off x="4812480" y="-474106"/>
            <a:ext cx="262800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3" name="Google Shape;93;p20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0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1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1"/>
          <p:cNvSpPr/>
          <p:nvPr/>
        </p:nvSpPr>
        <p:spPr>
          <a:xfrm>
            <a:off x="15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1"/>
          <p:cNvSpPr txBox="1"/>
          <p:nvPr>
            <p:ph type="title"/>
          </p:nvPr>
        </p:nvSpPr>
        <p:spPr>
          <a:xfrm rot="5400000">
            <a:off x="7160700" y="1978978"/>
            <a:ext cx="57573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1"/>
          <p:cNvSpPr txBox="1"/>
          <p:nvPr>
            <p:ph idx="1" type="body"/>
          </p:nvPr>
        </p:nvSpPr>
        <p:spPr>
          <a:xfrm rot="5400000">
            <a:off x="1826700" y="-573722"/>
            <a:ext cx="57573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/>
          <p:nvPr>
            <p:ph type="title"/>
          </p:nvPr>
        </p:nvSpPr>
        <p:spPr>
          <a:xfrm>
            <a:off x="1066800" y="1883856"/>
            <a:ext cx="10058400" cy="12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2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2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4"/>
          <p:cNvSpPr/>
          <p:nvPr/>
        </p:nvSpPr>
        <p:spPr>
          <a:xfrm>
            <a:off x="15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4"/>
          <p:cNvSpPr txBox="1"/>
          <p:nvPr>
            <p:ph type="ctrTitle"/>
          </p:nvPr>
        </p:nvSpPr>
        <p:spPr>
          <a:xfrm>
            <a:off x="1097280" y="758952"/>
            <a:ext cx="100584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4"/>
          <p:cNvSpPr txBox="1"/>
          <p:nvPr>
            <p:ph idx="1" type="subTitle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8" name="Google Shape;128;p24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4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4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1" name="Google Shape;131;p24"/>
          <p:cNvCxnSpPr/>
          <p:nvPr/>
        </p:nvCxnSpPr>
        <p:spPr>
          <a:xfrm>
            <a:off x="1207658" y="4343400"/>
            <a:ext cx="98754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32" name="Google Shape;132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380" y="187474"/>
            <a:ext cx="2632365" cy="1142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86185" y="149113"/>
            <a:ext cx="1470891" cy="1150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18803" y="88199"/>
            <a:ext cx="1615353" cy="1211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20145" y="47420"/>
            <a:ext cx="2533972" cy="1293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10320" y="431832"/>
            <a:ext cx="1892300" cy="65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1066800" y="1883857"/>
            <a:ext cx="10058400" cy="89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1097280" y="2921882"/>
            <a:ext cx="10058400" cy="29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40" name="Google Shape;140;p25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5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5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6"/>
          <p:cNvSpPr/>
          <p:nvPr/>
        </p:nvSpPr>
        <p:spPr>
          <a:xfrm>
            <a:off x="15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6"/>
          <p:cNvSpPr txBox="1"/>
          <p:nvPr>
            <p:ph type="title"/>
          </p:nvPr>
        </p:nvSpPr>
        <p:spPr>
          <a:xfrm>
            <a:off x="1097280" y="758952"/>
            <a:ext cx="100584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6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8" name="Google Shape;148;p26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6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6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1" name="Google Shape;151;p26"/>
          <p:cNvCxnSpPr/>
          <p:nvPr/>
        </p:nvCxnSpPr>
        <p:spPr>
          <a:xfrm>
            <a:off x="1207658" y="4343400"/>
            <a:ext cx="98754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7"/>
          <p:cNvSpPr txBox="1"/>
          <p:nvPr>
            <p:ph idx="1" type="body"/>
          </p:nvPr>
        </p:nvSpPr>
        <p:spPr>
          <a:xfrm>
            <a:off x="1097279" y="1845734"/>
            <a:ext cx="49377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55" name="Google Shape;155;p27"/>
          <p:cNvSpPr txBox="1"/>
          <p:nvPr>
            <p:ph idx="2" type="body"/>
          </p:nvPr>
        </p:nvSpPr>
        <p:spPr>
          <a:xfrm>
            <a:off x="6217920" y="1845735"/>
            <a:ext cx="49377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56" name="Google Shape;156;p27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7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7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28"/>
          <p:cNvSpPr txBox="1"/>
          <p:nvPr>
            <p:ph idx="1" type="body"/>
          </p:nvPr>
        </p:nvSpPr>
        <p:spPr>
          <a:xfrm>
            <a:off x="1097280" y="1846052"/>
            <a:ext cx="4937700" cy="7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62" name="Google Shape;162;p28"/>
          <p:cNvSpPr txBox="1"/>
          <p:nvPr>
            <p:ph idx="2" type="body"/>
          </p:nvPr>
        </p:nvSpPr>
        <p:spPr>
          <a:xfrm>
            <a:off x="1097280" y="2582334"/>
            <a:ext cx="4937700" cy="3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63" name="Google Shape;163;p28"/>
          <p:cNvSpPr txBox="1"/>
          <p:nvPr>
            <p:ph idx="3" type="body"/>
          </p:nvPr>
        </p:nvSpPr>
        <p:spPr>
          <a:xfrm>
            <a:off x="6217920" y="1846052"/>
            <a:ext cx="4937700" cy="7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64" name="Google Shape;164;p28"/>
          <p:cNvSpPr txBox="1"/>
          <p:nvPr>
            <p:ph idx="4" type="body"/>
          </p:nvPr>
        </p:nvSpPr>
        <p:spPr>
          <a:xfrm>
            <a:off x="6217920" y="2582334"/>
            <a:ext cx="4937700" cy="3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65" name="Google Shape;165;p28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28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8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/>
          <p:nvPr>
            <p:ph type="title"/>
          </p:nvPr>
        </p:nvSpPr>
        <p:spPr>
          <a:xfrm>
            <a:off x="1066800" y="1883857"/>
            <a:ext cx="10058400" cy="89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29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29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9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0"/>
          <p:cNvSpPr/>
          <p:nvPr/>
        </p:nvSpPr>
        <p:spPr>
          <a:xfrm>
            <a:off x="15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0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30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30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/>
          <p:nvPr/>
        </p:nvSpPr>
        <p:spPr>
          <a:xfrm>
            <a:off x="16" y="0"/>
            <a:ext cx="40509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1"/>
          <p:cNvSpPr/>
          <p:nvPr/>
        </p:nvSpPr>
        <p:spPr>
          <a:xfrm>
            <a:off x="4040071" y="0"/>
            <a:ext cx="63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31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31"/>
          <p:cNvSpPr txBox="1"/>
          <p:nvPr>
            <p:ph idx="1" type="body"/>
          </p:nvPr>
        </p:nvSpPr>
        <p:spPr>
          <a:xfrm>
            <a:off x="4800600" y="731520"/>
            <a:ext cx="64923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84" name="Google Shape;184;p31"/>
          <p:cNvSpPr txBox="1"/>
          <p:nvPr>
            <p:ph idx="2" type="body"/>
          </p:nvPr>
        </p:nvSpPr>
        <p:spPr>
          <a:xfrm>
            <a:off x="457200" y="2926080"/>
            <a:ext cx="3200400" cy="3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85" name="Google Shape;185;p31"/>
          <p:cNvSpPr txBox="1"/>
          <p:nvPr>
            <p:ph idx="10" type="dt"/>
          </p:nvPr>
        </p:nvSpPr>
        <p:spPr>
          <a:xfrm>
            <a:off x="465512" y="6459785"/>
            <a:ext cx="2618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31"/>
          <p:cNvSpPr txBox="1"/>
          <p:nvPr>
            <p:ph idx="11" type="ftr"/>
          </p:nvPr>
        </p:nvSpPr>
        <p:spPr>
          <a:xfrm>
            <a:off x="4800600" y="6459785"/>
            <a:ext cx="4648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31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/>
          <p:nvPr/>
        </p:nvSpPr>
        <p:spPr>
          <a:xfrm>
            <a:off x="0" y="4953000"/>
            <a:ext cx="12188700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32"/>
          <p:cNvSpPr/>
          <p:nvPr/>
        </p:nvSpPr>
        <p:spPr>
          <a:xfrm>
            <a:off x="15" y="491507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32"/>
          <p:cNvSpPr txBox="1"/>
          <p:nvPr>
            <p:ph type="title"/>
          </p:nvPr>
        </p:nvSpPr>
        <p:spPr>
          <a:xfrm>
            <a:off x="1097280" y="5074920"/>
            <a:ext cx="10113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32"/>
          <p:cNvSpPr/>
          <p:nvPr>
            <p:ph idx="2" type="pic"/>
          </p:nvPr>
        </p:nvSpPr>
        <p:spPr>
          <a:xfrm>
            <a:off x="15" y="0"/>
            <a:ext cx="12192000" cy="4915200"/>
          </a:xfrm>
          <a:prstGeom prst="rect">
            <a:avLst/>
          </a:prstGeom>
          <a:noFill/>
          <a:ln>
            <a:noFill/>
          </a:ln>
        </p:spPr>
      </p:sp>
      <p:sp>
        <p:nvSpPr>
          <p:cNvPr id="193" name="Google Shape;193;p32"/>
          <p:cNvSpPr txBox="1"/>
          <p:nvPr>
            <p:ph idx="1" type="body"/>
          </p:nvPr>
        </p:nvSpPr>
        <p:spPr>
          <a:xfrm>
            <a:off x="1097280" y="5907023"/>
            <a:ext cx="10113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94" name="Google Shape;194;p32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32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32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"/>
          <p:cNvSpPr txBox="1"/>
          <p:nvPr>
            <p:ph type="title"/>
          </p:nvPr>
        </p:nvSpPr>
        <p:spPr>
          <a:xfrm>
            <a:off x="1066800" y="1883857"/>
            <a:ext cx="10058400" cy="89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33"/>
          <p:cNvSpPr txBox="1"/>
          <p:nvPr>
            <p:ph idx="1" type="body"/>
          </p:nvPr>
        </p:nvSpPr>
        <p:spPr>
          <a:xfrm rot="5400000">
            <a:off x="4652880" y="-633718"/>
            <a:ext cx="294720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00" name="Google Shape;200;p33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33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33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4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4"/>
          <p:cNvSpPr/>
          <p:nvPr/>
        </p:nvSpPr>
        <p:spPr>
          <a:xfrm>
            <a:off x="15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4"/>
          <p:cNvSpPr txBox="1"/>
          <p:nvPr>
            <p:ph type="title"/>
          </p:nvPr>
        </p:nvSpPr>
        <p:spPr>
          <a:xfrm rot="5400000">
            <a:off x="7160700" y="1978978"/>
            <a:ext cx="57573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34"/>
          <p:cNvSpPr txBox="1"/>
          <p:nvPr>
            <p:ph idx="1" type="body"/>
          </p:nvPr>
        </p:nvSpPr>
        <p:spPr>
          <a:xfrm rot="5400000">
            <a:off x="1826700" y="-573722"/>
            <a:ext cx="57573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08" name="Google Shape;208;p34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34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34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6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36"/>
          <p:cNvSpPr/>
          <p:nvPr/>
        </p:nvSpPr>
        <p:spPr>
          <a:xfrm>
            <a:off x="15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6"/>
          <p:cNvSpPr txBox="1"/>
          <p:nvPr>
            <p:ph type="ctrTitle"/>
          </p:nvPr>
        </p:nvSpPr>
        <p:spPr>
          <a:xfrm>
            <a:off x="1097280" y="758952"/>
            <a:ext cx="100584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36"/>
          <p:cNvSpPr txBox="1"/>
          <p:nvPr>
            <p:ph idx="1" type="subTitle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0" name="Google Shape;230;p36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36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36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33" name="Google Shape;233;p36"/>
          <p:cNvCxnSpPr/>
          <p:nvPr/>
        </p:nvCxnSpPr>
        <p:spPr>
          <a:xfrm>
            <a:off x="1207658" y="4343400"/>
            <a:ext cx="98754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34" name="Google Shape;234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380" y="187474"/>
            <a:ext cx="2632365" cy="1142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86185" y="149113"/>
            <a:ext cx="1470891" cy="1150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18803" y="88199"/>
            <a:ext cx="1615353" cy="1211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20145" y="47420"/>
            <a:ext cx="2533972" cy="1293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10320" y="431832"/>
            <a:ext cx="1892300" cy="65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7"/>
          <p:cNvSpPr txBox="1"/>
          <p:nvPr>
            <p:ph type="title"/>
          </p:nvPr>
        </p:nvSpPr>
        <p:spPr>
          <a:xfrm>
            <a:off x="1066800" y="1883857"/>
            <a:ext cx="10058400" cy="89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37"/>
          <p:cNvSpPr txBox="1"/>
          <p:nvPr>
            <p:ph idx="1" type="body"/>
          </p:nvPr>
        </p:nvSpPr>
        <p:spPr>
          <a:xfrm>
            <a:off x="1097280" y="2921882"/>
            <a:ext cx="10058400" cy="29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42" name="Google Shape;242;p37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37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37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8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8"/>
          <p:cNvSpPr/>
          <p:nvPr/>
        </p:nvSpPr>
        <p:spPr>
          <a:xfrm>
            <a:off x="15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38"/>
          <p:cNvSpPr txBox="1"/>
          <p:nvPr>
            <p:ph type="title"/>
          </p:nvPr>
        </p:nvSpPr>
        <p:spPr>
          <a:xfrm>
            <a:off x="1097280" y="758952"/>
            <a:ext cx="100584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38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0" name="Google Shape;250;p38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38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38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53" name="Google Shape;253;p38"/>
          <p:cNvCxnSpPr/>
          <p:nvPr/>
        </p:nvCxnSpPr>
        <p:spPr>
          <a:xfrm>
            <a:off x="1207658" y="4343400"/>
            <a:ext cx="98754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9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39"/>
          <p:cNvSpPr txBox="1"/>
          <p:nvPr>
            <p:ph idx="1" type="body"/>
          </p:nvPr>
        </p:nvSpPr>
        <p:spPr>
          <a:xfrm>
            <a:off x="1097279" y="1845734"/>
            <a:ext cx="49377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57" name="Google Shape;257;p39"/>
          <p:cNvSpPr txBox="1"/>
          <p:nvPr>
            <p:ph idx="2" type="body"/>
          </p:nvPr>
        </p:nvSpPr>
        <p:spPr>
          <a:xfrm>
            <a:off x="6217920" y="1845735"/>
            <a:ext cx="49377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58" name="Google Shape;258;p39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39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39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0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40"/>
          <p:cNvSpPr txBox="1"/>
          <p:nvPr>
            <p:ph idx="1" type="body"/>
          </p:nvPr>
        </p:nvSpPr>
        <p:spPr>
          <a:xfrm>
            <a:off x="1097280" y="1846052"/>
            <a:ext cx="4937700" cy="7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64" name="Google Shape;264;p40"/>
          <p:cNvSpPr txBox="1"/>
          <p:nvPr>
            <p:ph idx="2" type="body"/>
          </p:nvPr>
        </p:nvSpPr>
        <p:spPr>
          <a:xfrm>
            <a:off x="1097280" y="2582334"/>
            <a:ext cx="4937700" cy="3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65" name="Google Shape;265;p40"/>
          <p:cNvSpPr txBox="1"/>
          <p:nvPr>
            <p:ph idx="3" type="body"/>
          </p:nvPr>
        </p:nvSpPr>
        <p:spPr>
          <a:xfrm>
            <a:off x="6217920" y="1846052"/>
            <a:ext cx="4937700" cy="7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66" name="Google Shape;266;p40"/>
          <p:cNvSpPr txBox="1"/>
          <p:nvPr>
            <p:ph idx="4" type="body"/>
          </p:nvPr>
        </p:nvSpPr>
        <p:spPr>
          <a:xfrm>
            <a:off x="6217920" y="2582334"/>
            <a:ext cx="4937700" cy="3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67" name="Google Shape;267;p40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40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40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1"/>
          <p:cNvSpPr txBox="1"/>
          <p:nvPr>
            <p:ph type="title"/>
          </p:nvPr>
        </p:nvSpPr>
        <p:spPr>
          <a:xfrm>
            <a:off x="1066800" y="1883857"/>
            <a:ext cx="10058400" cy="89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41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41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41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2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42"/>
          <p:cNvSpPr/>
          <p:nvPr/>
        </p:nvSpPr>
        <p:spPr>
          <a:xfrm>
            <a:off x="15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42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42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p42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3"/>
          <p:cNvSpPr/>
          <p:nvPr/>
        </p:nvSpPr>
        <p:spPr>
          <a:xfrm>
            <a:off x="16" y="0"/>
            <a:ext cx="40509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43"/>
          <p:cNvSpPr/>
          <p:nvPr/>
        </p:nvSpPr>
        <p:spPr>
          <a:xfrm>
            <a:off x="4040071" y="0"/>
            <a:ext cx="63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43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43"/>
          <p:cNvSpPr txBox="1"/>
          <p:nvPr>
            <p:ph idx="1" type="body"/>
          </p:nvPr>
        </p:nvSpPr>
        <p:spPr>
          <a:xfrm>
            <a:off x="4800600" y="731520"/>
            <a:ext cx="64923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86" name="Google Shape;286;p43"/>
          <p:cNvSpPr txBox="1"/>
          <p:nvPr>
            <p:ph idx="2" type="body"/>
          </p:nvPr>
        </p:nvSpPr>
        <p:spPr>
          <a:xfrm>
            <a:off x="457200" y="2926080"/>
            <a:ext cx="3200400" cy="3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87" name="Google Shape;287;p43"/>
          <p:cNvSpPr txBox="1"/>
          <p:nvPr>
            <p:ph idx="10" type="dt"/>
          </p:nvPr>
        </p:nvSpPr>
        <p:spPr>
          <a:xfrm>
            <a:off x="465512" y="6459785"/>
            <a:ext cx="2618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43"/>
          <p:cNvSpPr txBox="1"/>
          <p:nvPr>
            <p:ph idx="11" type="ftr"/>
          </p:nvPr>
        </p:nvSpPr>
        <p:spPr>
          <a:xfrm>
            <a:off x="4800600" y="6459785"/>
            <a:ext cx="4648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43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4"/>
          <p:cNvSpPr/>
          <p:nvPr/>
        </p:nvSpPr>
        <p:spPr>
          <a:xfrm>
            <a:off x="0" y="4953000"/>
            <a:ext cx="12188700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44"/>
          <p:cNvSpPr/>
          <p:nvPr/>
        </p:nvSpPr>
        <p:spPr>
          <a:xfrm>
            <a:off x="15" y="491507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44"/>
          <p:cNvSpPr txBox="1"/>
          <p:nvPr>
            <p:ph type="title"/>
          </p:nvPr>
        </p:nvSpPr>
        <p:spPr>
          <a:xfrm>
            <a:off x="1097280" y="5074920"/>
            <a:ext cx="10113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44"/>
          <p:cNvSpPr/>
          <p:nvPr>
            <p:ph idx="2" type="pic"/>
          </p:nvPr>
        </p:nvSpPr>
        <p:spPr>
          <a:xfrm>
            <a:off x="15" y="0"/>
            <a:ext cx="12192000" cy="4915200"/>
          </a:xfrm>
          <a:prstGeom prst="rect">
            <a:avLst/>
          </a:prstGeom>
          <a:noFill/>
          <a:ln>
            <a:noFill/>
          </a:ln>
        </p:spPr>
      </p:sp>
      <p:sp>
        <p:nvSpPr>
          <p:cNvPr id="295" name="Google Shape;295;p44"/>
          <p:cNvSpPr txBox="1"/>
          <p:nvPr>
            <p:ph idx="1" type="body"/>
          </p:nvPr>
        </p:nvSpPr>
        <p:spPr>
          <a:xfrm>
            <a:off x="1097280" y="5907023"/>
            <a:ext cx="10113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96" name="Google Shape;296;p44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44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44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5"/>
          <p:cNvSpPr txBox="1"/>
          <p:nvPr>
            <p:ph type="title"/>
          </p:nvPr>
        </p:nvSpPr>
        <p:spPr>
          <a:xfrm>
            <a:off x="1066800" y="1883857"/>
            <a:ext cx="10058400" cy="89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45"/>
          <p:cNvSpPr txBox="1"/>
          <p:nvPr>
            <p:ph idx="1" type="body"/>
          </p:nvPr>
        </p:nvSpPr>
        <p:spPr>
          <a:xfrm rot="5400000">
            <a:off x="4652880" y="-633718"/>
            <a:ext cx="294720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02" name="Google Shape;302;p45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3" name="Google Shape;303;p45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4" name="Google Shape;304;p45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6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46"/>
          <p:cNvSpPr/>
          <p:nvPr/>
        </p:nvSpPr>
        <p:spPr>
          <a:xfrm>
            <a:off x="15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46"/>
          <p:cNvSpPr txBox="1"/>
          <p:nvPr>
            <p:ph type="title"/>
          </p:nvPr>
        </p:nvSpPr>
        <p:spPr>
          <a:xfrm rot="5400000">
            <a:off x="7160700" y="1978978"/>
            <a:ext cx="57573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46"/>
          <p:cNvSpPr txBox="1"/>
          <p:nvPr>
            <p:ph idx="1" type="body"/>
          </p:nvPr>
        </p:nvSpPr>
        <p:spPr>
          <a:xfrm rot="5400000">
            <a:off x="1826700" y="-573722"/>
            <a:ext cx="57573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10" name="Google Shape;310;p46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46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46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8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48"/>
          <p:cNvSpPr/>
          <p:nvPr/>
        </p:nvSpPr>
        <p:spPr>
          <a:xfrm>
            <a:off x="15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48"/>
          <p:cNvSpPr txBox="1"/>
          <p:nvPr>
            <p:ph type="ctrTitle"/>
          </p:nvPr>
        </p:nvSpPr>
        <p:spPr>
          <a:xfrm>
            <a:off x="1097280" y="758952"/>
            <a:ext cx="100584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48"/>
          <p:cNvSpPr txBox="1"/>
          <p:nvPr>
            <p:ph idx="1" type="subTitle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2" name="Google Shape;332;p48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48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4" name="Google Shape;334;p48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35" name="Google Shape;335;p48"/>
          <p:cNvCxnSpPr/>
          <p:nvPr/>
        </p:nvCxnSpPr>
        <p:spPr>
          <a:xfrm>
            <a:off x="1207658" y="4343400"/>
            <a:ext cx="98754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36" name="Google Shape;336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380" y="187474"/>
            <a:ext cx="2632365" cy="1142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86185" y="149113"/>
            <a:ext cx="1470891" cy="1150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18803" y="88199"/>
            <a:ext cx="1615353" cy="1211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20145" y="47420"/>
            <a:ext cx="2533972" cy="1293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10320" y="431832"/>
            <a:ext cx="1892300" cy="65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9"/>
          <p:cNvSpPr txBox="1"/>
          <p:nvPr>
            <p:ph type="title"/>
          </p:nvPr>
        </p:nvSpPr>
        <p:spPr>
          <a:xfrm>
            <a:off x="1066800" y="1883857"/>
            <a:ext cx="10058400" cy="89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3" name="Google Shape;343;p49"/>
          <p:cNvSpPr txBox="1"/>
          <p:nvPr>
            <p:ph idx="1" type="body"/>
          </p:nvPr>
        </p:nvSpPr>
        <p:spPr>
          <a:xfrm>
            <a:off x="1097280" y="2921882"/>
            <a:ext cx="10058400" cy="29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44" name="Google Shape;344;p49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5" name="Google Shape;345;p49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6" name="Google Shape;346;p49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0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50"/>
          <p:cNvSpPr/>
          <p:nvPr/>
        </p:nvSpPr>
        <p:spPr>
          <a:xfrm>
            <a:off x="15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50"/>
          <p:cNvSpPr txBox="1"/>
          <p:nvPr>
            <p:ph type="title"/>
          </p:nvPr>
        </p:nvSpPr>
        <p:spPr>
          <a:xfrm>
            <a:off x="1097280" y="758952"/>
            <a:ext cx="100584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1" name="Google Shape;351;p50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2" name="Google Shape;352;p50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3" name="Google Shape;353;p50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50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55" name="Google Shape;355;p50"/>
          <p:cNvCxnSpPr/>
          <p:nvPr/>
        </p:nvCxnSpPr>
        <p:spPr>
          <a:xfrm>
            <a:off x="1207658" y="4343400"/>
            <a:ext cx="98754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1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8" name="Google Shape;358;p51"/>
          <p:cNvSpPr txBox="1"/>
          <p:nvPr>
            <p:ph idx="1" type="body"/>
          </p:nvPr>
        </p:nvSpPr>
        <p:spPr>
          <a:xfrm>
            <a:off x="1097279" y="1845734"/>
            <a:ext cx="49377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59" name="Google Shape;359;p51"/>
          <p:cNvSpPr txBox="1"/>
          <p:nvPr>
            <p:ph idx="2" type="body"/>
          </p:nvPr>
        </p:nvSpPr>
        <p:spPr>
          <a:xfrm>
            <a:off x="6217920" y="1845735"/>
            <a:ext cx="49377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60" name="Google Shape;360;p51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1" name="Google Shape;361;p51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2" name="Google Shape;362;p51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2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52"/>
          <p:cNvSpPr txBox="1"/>
          <p:nvPr>
            <p:ph idx="1" type="body"/>
          </p:nvPr>
        </p:nvSpPr>
        <p:spPr>
          <a:xfrm>
            <a:off x="1097280" y="1846052"/>
            <a:ext cx="4937700" cy="7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366" name="Google Shape;366;p52"/>
          <p:cNvSpPr txBox="1"/>
          <p:nvPr>
            <p:ph idx="2" type="body"/>
          </p:nvPr>
        </p:nvSpPr>
        <p:spPr>
          <a:xfrm>
            <a:off x="1097280" y="2582334"/>
            <a:ext cx="4937700" cy="3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67" name="Google Shape;367;p52"/>
          <p:cNvSpPr txBox="1"/>
          <p:nvPr>
            <p:ph idx="3" type="body"/>
          </p:nvPr>
        </p:nvSpPr>
        <p:spPr>
          <a:xfrm>
            <a:off x="6217920" y="1846052"/>
            <a:ext cx="4937700" cy="7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368" name="Google Shape;368;p52"/>
          <p:cNvSpPr txBox="1"/>
          <p:nvPr>
            <p:ph idx="4" type="body"/>
          </p:nvPr>
        </p:nvSpPr>
        <p:spPr>
          <a:xfrm>
            <a:off x="6217920" y="2582334"/>
            <a:ext cx="4937700" cy="3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69" name="Google Shape;369;p52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0" name="Google Shape;370;p52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1" name="Google Shape;371;p52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3"/>
          <p:cNvSpPr txBox="1"/>
          <p:nvPr>
            <p:ph type="title"/>
          </p:nvPr>
        </p:nvSpPr>
        <p:spPr>
          <a:xfrm>
            <a:off x="1066800" y="1883857"/>
            <a:ext cx="10058400" cy="89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53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5" name="Google Shape;375;p53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6" name="Google Shape;376;p53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4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54"/>
          <p:cNvSpPr/>
          <p:nvPr/>
        </p:nvSpPr>
        <p:spPr>
          <a:xfrm>
            <a:off x="15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54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1" name="Google Shape;381;p54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2" name="Google Shape;382;p54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5"/>
          <p:cNvSpPr/>
          <p:nvPr/>
        </p:nvSpPr>
        <p:spPr>
          <a:xfrm>
            <a:off x="16" y="0"/>
            <a:ext cx="40509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55"/>
          <p:cNvSpPr/>
          <p:nvPr/>
        </p:nvSpPr>
        <p:spPr>
          <a:xfrm>
            <a:off x="4040071" y="0"/>
            <a:ext cx="63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55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7" name="Google Shape;387;p55"/>
          <p:cNvSpPr txBox="1"/>
          <p:nvPr>
            <p:ph idx="1" type="body"/>
          </p:nvPr>
        </p:nvSpPr>
        <p:spPr>
          <a:xfrm>
            <a:off x="4800600" y="731520"/>
            <a:ext cx="64923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88" name="Google Shape;388;p55"/>
          <p:cNvSpPr txBox="1"/>
          <p:nvPr>
            <p:ph idx="2" type="body"/>
          </p:nvPr>
        </p:nvSpPr>
        <p:spPr>
          <a:xfrm>
            <a:off x="457200" y="2926080"/>
            <a:ext cx="3200400" cy="3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89" name="Google Shape;389;p55"/>
          <p:cNvSpPr txBox="1"/>
          <p:nvPr>
            <p:ph idx="10" type="dt"/>
          </p:nvPr>
        </p:nvSpPr>
        <p:spPr>
          <a:xfrm>
            <a:off x="465512" y="6459785"/>
            <a:ext cx="2618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0" name="Google Shape;390;p55"/>
          <p:cNvSpPr txBox="1"/>
          <p:nvPr>
            <p:ph idx="11" type="ftr"/>
          </p:nvPr>
        </p:nvSpPr>
        <p:spPr>
          <a:xfrm>
            <a:off x="4800600" y="6459785"/>
            <a:ext cx="4648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1" name="Google Shape;391;p55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6"/>
          <p:cNvSpPr/>
          <p:nvPr/>
        </p:nvSpPr>
        <p:spPr>
          <a:xfrm>
            <a:off x="0" y="4953000"/>
            <a:ext cx="12188700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56"/>
          <p:cNvSpPr/>
          <p:nvPr/>
        </p:nvSpPr>
        <p:spPr>
          <a:xfrm>
            <a:off x="15" y="491507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56"/>
          <p:cNvSpPr txBox="1"/>
          <p:nvPr>
            <p:ph type="title"/>
          </p:nvPr>
        </p:nvSpPr>
        <p:spPr>
          <a:xfrm>
            <a:off x="1097280" y="5074920"/>
            <a:ext cx="10113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6" name="Google Shape;396;p56"/>
          <p:cNvSpPr/>
          <p:nvPr>
            <p:ph idx="2" type="pic"/>
          </p:nvPr>
        </p:nvSpPr>
        <p:spPr>
          <a:xfrm>
            <a:off x="15" y="0"/>
            <a:ext cx="12192000" cy="4915200"/>
          </a:xfrm>
          <a:prstGeom prst="rect">
            <a:avLst/>
          </a:prstGeom>
          <a:noFill/>
          <a:ln>
            <a:noFill/>
          </a:ln>
        </p:spPr>
      </p:sp>
      <p:sp>
        <p:nvSpPr>
          <p:cNvPr id="397" name="Google Shape;397;p56"/>
          <p:cNvSpPr txBox="1"/>
          <p:nvPr>
            <p:ph idx="1" type="body"/>
          </p:nvPr>
        </p:nvSpPr>
        <p:spPr>
          <a:xfrm>
            <a:off x="1097280" y="5907023"/>
            <a:ext cx="10113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98" name="Google Shape;398;p56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9" name="Google Shape;399;p56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0" name="Google Shape;400;p56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7"/>
          <p:cNvSpPr txBox="1"/>
          <p:nvPr>
            <p:ph type="title"/>
          </p:nvPr>
        </p:nvSpPr>
        <p:spPr>
          <a:xfrm>
            <a:off x="1066800" y="1883857"/>
            <a:ext cx="10058400" cy="89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57"/>
          <p:cNvSpPr txBox="1"/>
          <p:nvPr>
            <p:ph idx="1" type="body"/>
          </p:nvPr>
        </p:nvSpPr>
        <p:spPr>
          <a:xfrm rot="5400000">
            <a:off x="4652880" y="-633718"/>
            <a:ext cx="294720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04" name="Google Shape;404;p57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5" name="Google Shape;405;p57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6" name="Google Shape;406;p57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8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58"/>
          <p:cNvSpPr/>
          <p:nvPr/>
        </p:nvSpPr>
        <p:spPr>
          <a:xfrm>
            <a:off x="15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58"/>
          <p:cNvSpPr txBox="1"/>
          <p:nvPr>
            <p:ph type="title"/>
          </p:nvPr>
        </p:nvSpPr>
        <p:spPr>
          <a:xfrm rot="5400000">
            <a:off x="7160700" y="1978978"/>
            <a:ext cx="57573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1" name="Google Shape;411;p58"/>
          <p:cNvSpPr txBox="1"/>
          <p:nvPr>
            <p:ph idx="1" type="body"/>
          </p:nvPr>
        </p:nvSpPr>
        <p:spPr>
          <a:xfrm rot="5400000">
            <a:off x="1826700" y="-573722"/>
            <a:ext cx="57573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12" name="Google Shape;412;p58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3" name="Google Shape;413;p58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4" name="Google Shape;414;p58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60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60"/>
          <p:cNvSpPr/>
          <p:nvPr/>
        </p:nvSpPr>
        <p:spPr>
          <a:xfrm>
            <a:off x="15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60"/>
          <p:cNvSpPr txBox="1"/>
          <p:nvPr>
            <p:ph type="ctrTitle"/>
          </p:nvPr>
        </p:nvSpPr>
        <p:spPr>
          <a:xfrm>
            <a:off x="1097280" y="758952"/>
            <a:ext cx="100584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3" name="Google Shape;433;p60"/>
          <p:cNvSpPr txBox="1"/>
          <p:nvPr>
            <p:ph idx="1" type="subTitle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4" name="Google Shape;434;p60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5" name="Google Shape;435;p60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6" name="Google Shape;436;p60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37" name="Google Shape;437;p60"/>
          <p:cNvCxnSpPr/>
          <p:nvPr/>
        </p:nvCxnSpPr>
        <p:spPr>
          <a:xfrm>
            <a:off x="1207658" y="4343400"/>
            <a:ext cx="98754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38" name="Google Shape;438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380" y="187474"/>
            <a:ext cx="2632365" cy="1142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86185" y="149113"/>
            <a:ext cx="1470891" cy="1150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18803" y="88199"/>
            <a:ext cx="1615353" cy="1211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20145" y="47420"/>
            <a:ext cx="2533972" cy="1293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6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10320" y="431832"/>
            <a:ext cx="1892300" cy="65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61"/>
          <p:cNvSpPr txBox="1"/>
          <p:nvPr>
            <p:ph type="title"/>
          </p:nvPr>
        </p:nvSpPr>
        <p:spPr>
          <a:xfrm>
            <a:off x="1066800" y="1883857"/>
            <a:ext cx="10058400" cy="89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5" name="Google Shape;445;p61"/>
          <p:cNvSpPr txBox="1"/>
          <p:nvPr>
            <p:ph idx="1" type="body"/>
          </p:nvPr>
        </p:nvSpPr>
        <p:spPr>
          <a:xfrm>
            <a:off x="1097280" y="2921882"/>
            <a:ext cx="10058400" cy="29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46" name="Google Shape;446;p61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7" name="Google Shape;447;p61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61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62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62"/>
          <p:cNvSpPr/>
          <p:nvPr/>
        </p:nvSpPr>
        <p:spPr>
          <a:xfrm>
            <a:off x="15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62"/>
          <p:cNvSpPr txBox="1"/>
          <p:nvPr>
            <p:ph type="title"/>
          </p:nvPr>
        </p:nvSpPr>
        <p:spPr>
          <a:xfrm>
            <a:off x="1097280" y="758952"/>
            <a:ext cx="100584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3" name="Google Shape;453;p62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54" name="Google Shape;454;p62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5" name="Google Shape;455;p62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6" name="Google Shape;456;p62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57" name="Google Shape;457;p62"/>
          <p:cNvCxnSpPr/>
          <p:nvPr/>
        </p:nvCxnSpPr>
        <p:spPr>
          <a:xfrm>
            <a:off x="1207658" y="4343400"/>
            <a:ext cx="98754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3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0" name="Google Shape;460;p63"/>
          <p:cNvSpPr txBox="1"/>
          <p:nvPr>
            <p:ph idx="1" type="body"/>
          </p:nvPr>
        </p:nvSpPr>
        <p:spPr>
          <a:xfrm>
            <a:off x="1097279" y="1845734"/>
            <a:ext cx="49377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61" name="Google Shape;461;p63"/>
          <p:cNvSpPr txBox="1"/>
          <p:nvPr>
            <p:ph idx="2" type="body"/>
          </p:nvPr>
        </p:nvSpPr>
        <p:spPr>
          <a:xfrm>
            <a:off x="6217920" y="1845735"/>
            <a:ext cx="49377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62" name="Google Shape;462;p63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3" name="Google Shape;463;p63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4" name="Google Shape;464;p63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4"/>
          <p:cNvSpPr txBox="1"/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7" name="Google Shape;467;p64"/>
          <p:cNvSpPr txBox="1"/>
          <p:nvPr>
            <p:ph idx="1" type="body"/>
          </p:nvPr>
        </p:nvSpPr>
        <p:spPr>
          <a:xfrm>
            <a:off x="1097280" y="1846052"/>
            <a:ext cx="4937700" cy="7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68" name="Google Shape;468;p64"/>
          <p:cNvSpPr txBox="1"/>
          <p:nvPr>
            <p:ph idx="2" type="body"/>
          </p:nvPr>
        </p:nvSpPr>
        <p:spPr>
          <a:xfrm>
            <a:off x="1097280" y="2582334"/>
            <a:ext cx="4937700" cy="3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69" name="Google Shape;469;p64"/>
          <p:cNvSpPr txBox="1"/>
          <p:nvPr>
            <p:ph idx="3" type="body"/>
          </p:nvPr>
        </p:nvSpPr>
        <p:spPr>
          <a:xfrm>
            <a:off x="6217920" y="1846052"/>
            <a:ext cx="4937700" cy="7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70" name="Google Shape;470;p64"/>
          <p:cNvSpPr txBox="1"/>
          <p:nvPr>
            <p:ph idx="4" type="body"/>
          </p:nvPr>
        </p:nvSpPr>
        <p:spPr>
          <a:xfrm>
            <a:off x="6217920" y="2582334"/>
            <a:ext cx="4937700" cy="3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71" name="Google Shape;471;p64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2" name="Google Shape;472;p64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3" name="Google Shape;473;p64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5"/>
          <p:cNvSpPr txBox="1"/>
          <p:nvPr>
            <p:ph type="title"/>
          </p:nvPr>
        </p:nvSpPr>
        <p:spPr>
          <a:xfrm>
            <a:off x="1066800" y="1883857"/>
            <a:ext cx="10058400" cy="89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65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7" name="Google Shape;477;p65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8" name="Google Shape;478;p65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66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66"/>
          <p:cNvSpPr/>
          <p:nvPr/>
        </p:nvSpPr>
        <p:spPr>
          <a:xfrm>
            <a:off x="15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66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3" name="Google Shape;483;p66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4" name="Google Shape;484;p66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7"/>
          <p:cNvSpPr/>
          <p:nvPr/>
        </p:nvSpPr>
        <p:spPr>
          <a:xfrm>
            <a:off x="16" y="0"/>
            <a:ext cx="40509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67"/>
          <p:cNvSpPr/>
          <p:nvPr/>
        </p:nvSpPr>
        <p:spPr>
          <a:xfrm>
            <a:off x="4040071" y="0"/>
            <a:ext cx="63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67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9" name="Google Shape;489;p67"/>
          <p:cNvSpPr txBox="1"/>
          <p:nvPr>
            <p:ph idx="1" type="body"/>
          </p:nvPr>
        </p:nvSpPr>
        <p:spPr>
          <a:xfrm>
            <a:off x="4800600" y="731520"/>
            <a:ext cx="64923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90" name="Google Shape;490;p67"/>
          <p:cNvSpPr txBox="1"/>
          <p:nvPr>
            <p:ph idx="2" type="body"/>
          </p:nvPr>
        </p:nvSpPr>
        <p:spPr>
          <a:xfrm>
            <a:off x="457200" y="2926080"/>
            <a:ext cx="3200400" cy="3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491" name="Google Shape;491;p67"/>
          <p:cNvSpPr txBox="1"/>
          <p:nvPr>
            <p:ph idx="10" type="dt"/>
          </p:nvPr>
        </p:nvSpPr>
        <p:spPr>
          <a:xfrm>
            <a:off x="465512" y="6459785"/>
            <a:ext cx="2618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2" name="Google Shape;492;p67"/>
          <p:cNvSpPr txBox="1"/>
          <p:nvPr>
            <p:ph idx="11" type="ftr"/>
          </p:nvPr>
        </p:nvSpPr>
        <p:spPr>
          <a:xfrm>
            <a:off x="4800600" y="6459785"/>
            <a:ext cx="4648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3" name="Google Shape;493;p67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68"/>
          <p:cNvSpPr/>
          <p:nvPr/>
        </p:nvSpPr>
        <p:spPr>
          <a:xfrm>
            <a:off x="0" y="4953000"/>
            <a:ext cx="12188700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68"/>
          <p:cNvSpPr/>
          <p:nvPr/>
        </p:nvSpPr>
        <p:spPr>
          <a:xfrm>
            <a:off x="15" y="491507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68"/>
          <p:cNvSpPr txBox="1"/>
          <p:nvPr>
            <p:ph type="title"/>
          </p:nvPr>
        </p:nvSpPr>
        <p:spPr>
          <a:xfrm>
            <a:off x="1097280" y="5074920"/>
            <a:ext cx="10113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8" name="Google Shape;498;p68"/>
          <p:cNvSpPr/>
          <p:nvPr>
            <p:ph idx="2" type="pic"/>
          </p:nvPr>
        </p:nvSpPr>
        <p:spPr>
          <a:xfrm>
            <a:off x="15" y="0"/>
            <a:ext cx="12192000" cy="4915200"/>
          </a:xfrm>
          <a:prstGeom prst="rect">
            <a:avLst/>
          </a:prstGeom>
          <a:noFill/>
          <a:ln>
            <a:noFill/>
          </a:ln>
        </p:spPr>
      </p:sp>
      <p:sp>
        <p:nvSpPr>
          <p:cNvPr id="499" name="Google Shape;499;p68"/>
          <p:cNvSpPr txBox="1"/>
          <p:nvPr>
            <p:ph idx="1" type="body"/>
          </p:nvPr>
        </p:nvSpPr>
        <p:spPr>
          <a:xfrm>
            <a:off x="1097280" y="5907023"/>
            <a:ext cx="10113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00" name="Google Shape;500;p68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1" name="Google Shape;501;p68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2" name="Google Shape;502;p68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69"/>
          <p:cNvSpPr txBox="1"/>
          <p:nvPr>
            <p:ph type="title"/>
          </p:nvPr>
        </p:nvSpPr>
        <p:spPr>
          <a:xfrm>
            <a:off x="1066800" y="1883857"/>
            <a:ext cx="10058400" cy="89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5" name="Google Shape;505;p69"/>
          <p:cNvSpPr txBox="1"/>
          <p:nvPr>
            <p:ph idx="1" type="body"/>
          </p:nvPr>
        </p:nvSpPr>
        <p:spPr>
          <a:xfrm rot="5400000">
            <a:off x="4652880" y="-633718"/>
            <a:ext cx="294720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06" name="Google Shape;506;p69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7" name="Google Shape;507;p69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8" name="Google Shape;508;p69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70"/>
          <p:cNvSpPr/>
          <p:nvPr/>
        </p:nvSpPr>
        <p:spPr>
          <a:xfrm>
            <a:off x="3175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70"/>
          <p:cNvSpPr/>
          <p:nvPr/>
        </p:nvSpPr>
        <p:spPr>
          <a:xfrm>
            <a:off x="15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70"/>
          <p:cNvSpPr txBox="1"/>
          <p:nvPr>
            <p:ph type="title"/>
          </p:nvPr>
        </p:nvSpPr>
        <p:spPr>
          <a:xfrm rot="5400000">
            <a:off x="7160700" y="1978978"/>
            <a:ext cx="57573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3" name="Google Shape;513;p70"/>
          <p:cNvSpPr txBox="1"/>
          <p:nvPr>
            <p:ph idx="1" type="body"/>
          </p:nvPr>
        </p:nvSpPr>
        <p:spPr>
          <a:xfrm rot="5400000">
            <a:off x="1826700" y="-573722"/>
            <a:ext cx="57573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14" name="Google Shape;514;p70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5" name="Google Shape;515;p70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6" name="Google Shape;516;p70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6.xml"/><Relationship Id="rId10" Type="http://schemas.openxmlformats.org/officeDocument/2006/relationships/slideLayout" Target="../slideLayouts/slideLayout5.xml"/><Relationship Id="rId13" Type="http://schemas.openxmlformats.org/officeDocument/2006/relationships/slideLayout" Target="../slideLayouts/slideLayout8.xml"/><Relationship Id="rId12" Type="http://schemas.openxmlformats.org/officeDocument/2006/relationships/slideLayout" Target="../slideLayouts/slideLayout7.xml"/><Relationship Id="rId1" Type="http://schemas.openxmlformats.org/officeDocument/2006/relationships/image" Target="../media/image5.jpg"/><Relationship Id="rId2" Type="http://schemas.openxmlformats.org/officeDocument/2006/relationships/image" Target="../media/image4.jpg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9" Type="http://schemas.openxmlformats.org/officeDocument/2006/relationships/slideLayout" Target="../slideLayouts/slideLayout4.xml"/><Relationship Id="rId15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9.xml"/><Relationship Id="rId17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11.xml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1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2.xml"/><Relationship Id="rId8" Type="http://schemas.openxmlformats.org/officeDocument/2006/relationships/slideLayout" Target="../slideLayouts/slideLayout3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19.xml"/><Relationship Id="rId1" Type="http://schemas.openxmlformats.org/officeDocument/2006/relationships/image" Target="../media/image7.jpg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9.png"/><Relationship Id="rId9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1.xml"/><Relationship Id="rId17" Type="http://schemas.openxmlformats.org/officeDocument/2006/relationships/theme" Target="../theme/theme5.xml"/><Relationship Id="rId16" Type="http://schemas.openxmlformats.org/officeDocument/2006/relationships/slideLayout" Target="../slideLayouts/slideLayout23.xml"/><Relationship Id="rId5" Type="http://schemas.openxmlformats.org/officeDocument/2006/relationships/image" Target="../media/image4.jpg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0.xml"/><Relationship Id="rId1" Type="http://schemas.openxmlformats.org/officeDocument/2006/relationships/image" Target="../media/image7.jpg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9.png"/><Relationship Id="rId9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2.xml"/><Relationship Id="rId17" Type="http://schemas.openxmlformats.org/officeDocument/2006/relationships/theme" Target="../theme/theme6.xml"/><Relationship Id="rId16" Type="http://schemas.openxmlformats.org/officeDocument/2006/relationships/slideLayout" Target="../slideLayouts/slideLayout34.xml"/><Relationship Id="rId5" Type="http://schemas.openxmlformats.org/officeDocument/2006/relationships/image" Target="../media/image4.jpg"/><Relationship Id="rId6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6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1.xml"/><Relationship Id="rId1" Type="http://schemas.openxmlformats.org/officeDocument/2006/relationships/image" Target="../media/image7.jpg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9.png"/><Relationship Id="rId9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3.xml"/><Relationship Id="rId17" Type="http://schemas.openxmlformats.org/officeDocument/2006/relationships/theme" Target="../theme/theme3.xml"/><Relationship Id="rId16" Type="http://schemas.openxmlformats.org/officeDocument/2006/relationships/slideLayout" Target="../slideLayouts/slideLayout45.xml"/><Relationship Id="rId5" Type="http://schemas.openxmlformats.org/officeDocument/2006/relationships/image" Target="../media/image4.jpg"/><Relationship Id="rId6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6.xml"/><Relationship Id="rId8" Type="http://schemas.openxmlformats.org/officeDocument/2006/relationships/slideLayout" Target="../slideLayouts/slideLayout37.xml"/></Relationships>
</file>

<file path=ppt/slideMasters/_rels/slideMaster5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52.xml"/><Relationship Id="rId1" Type="http://schemas.openxmlformats.org/officeDocument/2006/relationships/image" Target="../media/image7.jpg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9.png"/><Relationship Id="rId9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5.xml"/><Relationship Id="rId14" Type="http://schemas.openxmlformats.org/officeDocument/2006/relationships/slideLayout" Target="../slideLayouts/slideLayout54.xml"/><Relationship Id="rId17" Type="http://schemas.openxmlformats.org/officeDocument/2006/relationships/theme" Target="../theme/theme4.xml"/><Relationship Id="rId16" Type="http://schemas.openxmlformats.org/officeDocument/2006/relationships/slideLayout" Target="../slideLayouts/slideLayout56.xml"/><Relationship Id="rId5" Type="http://schemas.openxmlformats.org/officeDocument/2006/relationships/image" Target="../media/image4.jpg"/><Relationship Id="rId6" Type="http://schemas.openxmlformats.org/officeDocument/2006/relationships/slideLayout" Target="../slideLayouts/slideLayout46.xml"/><Relationship Id="rId7" Type="http://schemas.openxmlformats.org/officeDocument/2006/relationships/slideLayout" Target="../slideLayouts/slideLayout47.xml"/><Relationship Id="rId8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10"/>
          <p:cNvSpPr/>
          <p:nvPr/>
        </p:nvSpPr>
        <p:spPr>
          <a:xfrm>
            <a:off x="0" y="6334316"/>
            <a:ext cx="12192000" cy="6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10"/>
          <p:cNvSpPr txBox="1"/>
          <p:nvPr>
            <p:ph type="title"/>
          </p:nvPr>
        </p:nvSpPr>
        <p:spPr>
          <a:xfrm>
            <a:off x="1066800" y="1883856"/>
            <a:ext cx="10058400" cy="12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  <a:defRPr b="1" i="0" sz="32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" type="body"/>
          </p:nvPr>
        </p:nvSpPr>
        <p:spPr>
          <a:xfrm>
            <a:off x="1097280" y="3241094"/>
            <a:ext cx="10058400" cy="26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0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" name="Google Shape;13;p10"/>
          <p:cNvCxnSpPr/>
          <p:nvPr/>
        </p:nvCxnSpPr>
        <p:spPr>
          <a:xfrm>
            <a:off x="1193532" y="724788"/>
            <a:ext cx="99669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4" name="Google Shape;14;p1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787170" y="37209"/>
            <a:ext cx="661496" cy="634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74411" y="168776"/>
            <a:ext cx="1438630" cy="502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5732" y="-4599"/>
            <a:ext cx="661496" cy="728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18766" y="-439"/>
            <a:ext cx="2075272" cy="671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09357" y="36304"/>
            <a:ext cx="2884998" cy="63915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  <p:sldLayoutId id="2147483660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3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3"/>
          <p:cNvSpPr/>
          <p:nvPr/>
        </p:nvSpPr>
        <p:spPr>
          <a:xfrm>
            <a:off x="0" y="6334316"/>
            <a:ext cx="12192000" cy="6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3"/>
          <p:cNvSpPr txBox="1"/>
          <p:nvPr>
            <p:ph type="title"/>
          </p:nvPr>
        </p:nvSpPr>
        <p:spPr>
          <a:xfrm>
            <a:off x="1066800" y="1883857"/>
            <a:ext cx="10058400" cy="89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  <a:defRPr b="1" i="0" sz="32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23"/>
          <p:cNvSpPr txBox="1"/>
          <p:nvPr>
            <p:ph idx="1" type="body"/>
          </p:nvPr>
        </p:nvSpPr>
        <p:spPr>
          <a:xfrm>
            <a:off x="1097280" y="2921882"/>
            <a:ext cx="10058400" cy="29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4" name="Google Shape;114;p23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5" name="Google Shape;115;p23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7" name="Google Shape;117;p23"/>
          <p:cNvCxnSpPr/>
          <p:nvPr/>
        </p:nvCxnSpPr>
        <p:spPr>
          <a:xfrm>
            <a:off x="1193532" y="1737845"/>
            <a:ext cx="99669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8" name="Google Shape;118;p2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89380" y="187474"/>
            <a:ext cx="2632365" cy="1142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86186" y="149113"/>
            <a:ext cx="904289" cy="1150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8803" y="88199"/>
            <a:ext cx="1615353" cy="1211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0145" y="47420"/>
            <a:ext cx="2533972" cy="1293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10320" y="457686"/>
            <a:ext cx="1892300" cy="6540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  <p:sldLayoutId id="214748367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5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5"/>
          <p:cNvSpPr/>
          <p:nvPr/>
        </p:nvSpPr>
        <p:spPr>
          <a:xfrm>
            <a:off x="0" y="6334316"/>
            <a:ext cx="12192000" cy="6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5"/>
          <p:cNvSpPr txBox="1"/>
          <p:nvPr>
            <p:ph type="title"/>
          </p:nvPr>
        </p:nvSpPr>
        <p:spPr>
          <a:xfrm>
            <a:off x="1066800" y="1883857"/>
            <a:ext cx="10058400" cy="89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  <a:defRPr b="1" i="0" sz="32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5" name="Google Shape;215;p35"/>
          <p:cNvSpPr txBox="1"/>
          <p:nvPr>
            <p:ph idx="1" type="body"/>
          </p:nvPr>
        </p:nvSpPr>
        <p:spPr>
          <a:xfrm>
            <a:off x="1097280" y="2921882"/>
            <a:ext cx="10058400" cy="29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6" name="Google Shape;216;p35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7" name="Google Shape;217;p35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8" name="Google Shape;218;p35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19" name="Google Shape;219;p35"/>
          <p:cNvCxnSpPr/>
          <p:nvPr/>
        </p:nvCxnSpPr>
        <p:spPr>
          <a:xfrm>
            <a:off x="1193532" y="1737845"/>
            <a:ext cx="99669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20" name="Google Shape;220;p3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89380" y="187474"/>
            <a:ext cx="2632365" cy="1142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86185" y="149113"/>
            <a:ext cx="1470891" cy="1150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8803" y="88199"/>
            <a:ext cx="1615353" cy="1211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0145" y="47420"/>
            <a:ext cx="2533972" cy="1293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10320" y="457686"/>
            <a:ext cx="1892300" cy="6540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7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47"/>
          <p:cNvSpPr/>
          <p:nvPr/>
        </p:nvSpPr>
        <p:spPr>
          <a:xfrm>
            <a:off x="0" y="6334316"/>
            <a:ext cx="12192000" cy="6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47"/>
          <p:cNvSpPr txBox="1"/>
          <p:nvPr>
            <p:ph type="title"/>
          </p:nvPr>
        </p:nvSpPr>
        <p:spPr>
          <a:xfrm>
            <a:off x="1066800" y="1883857"/>
            <a:ext cx="10058400" cy="89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  <a:defRPr b="1" i="0" sz="32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7" name="Google Shape;317;p47"/>
          <p:cNvSpPr txBox="1"/>
          <p:nvPr>
            <p:ph idx="1" type="body"/>
          </p:nvPr>
        </p:nvSpPr>
        <p:spPr>
          <a:xfrm>
            <a:off x="1097280" y="2921882"/>
            <a:ext cx="10058400" cy="29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8" name="Google Shape;318;p47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9" name="Google Shape;319;p47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0" name="Google Shape;320;p47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21" name="Google Shape;321;p47"/>
          <p:cNvCxnSpPr/>
          <p:nvPr/>
        </p:nvCxnSpPr>
        <p:spPr>
          <a:xfrm>
            <a:off x="1193532" y="1737845"/>
            <a:ext cx="99669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22" name="Google Shape;322;p4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89380" y="187474"/>
            <a:ext cx="2632365" cy="1142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86185" y="149113"/>
            <a:ext cx="1470891" cy="1150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8803" y="88199"/>
            <a:ext cx="1615353" cy="1211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0145" y="47420"/>
            <a:ext cx="2533972" cy="1293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10320" y="457686"/>
            <a:ext cx="1892300" cy="6540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9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59"/>
          <p:cNvSpPr/>
          <p:nvPr/>
        </p:nvSpPr>
        <p:spPr>
          <a:xfrm>
            <a:off x="0" y="6334316"/>
            <a:ext cx="12192000" cy="6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59"/>
          <p:cNvSpPr txBox="1"/>
          <p:nvPr>
            <p:ph type="title"/>
          </p:nvPr>
        </p:nvSpPr>
        <p:spPr>
          <a:xfrm>
            <a:off x="1066800" y="1883857"/>
            <a:ext cx="10058400" cy="89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  <a:defRPr b="1" i="0" sz="32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9" name="Google Shape;419;p59"/>
          <p:cNvSpPr txBox="1"/>
          <p:nvPr>
            <p:ph idx="1" type="body"/>
          </p:nvPr>
        </p:nvSpPr>
        <p:spPr>
          <a:xfrm>
            <a:off x="1097280" y="2921882"/>
            <a:ext cx="10058400" cy="29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0" name="Google Shape;420;p59"/>
          <p:cNvSpPr txBox="1"/>
          <p:nvPr>
            <p:ph idx="10" type="dt"/>
          </p:nvPr>
        </p:nvSpPr>
        <p:spPr>
          <a:xfrm>
            <a:off x="1097280" y="6459785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1" name="Google Shape;421;p59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2" name="Google Shape;422;p59"/>
          <p:cNvSpPr txBox="1"/>
          <p:nvPr>
            <p:ph idx="12" type="sldNum"/>
          </p:nvPr>
        </p:nvSpPr>
        <p:spPr>
          <a:xfrm>
            <a:off x="9900458" y="6459785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23" name="Google Shape;423;p59"/>
          <p:cNvCxnSpPr/>
          <p:nvPr/>
        </p:nvCxnSpPr>
        <p:spPr>
          <a:xfrm>
            <a:off x="1193532" y="1737845"/>
            <a:ext cx="99669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24" name="Google Shape;424;p5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89380" y="187474"/>
            <a:ext cx="2632365" cy="1142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86185" y="149113"/>
            <a:ext cx="1470891" cy="1150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8803" y="88199"/>
            <a:ext cx="1615353" cy="1211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0145" y="47420"/>
            <a:ext cx="2533972" cy="1293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10320" y="457686"/>
            <a:ext cx="1892300" cy="6540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"/>
          <p:cNvSpPr txBox="1"/>
          <p:nvPr>
            <p:ph type="ctrTitle"/>
          </p:nvPr>
        </p:nvSpPr>
        <p:spPr>
          <a:xfrm>
            <a:off x="1066800" y="1164612"/>
            <a:ext cx="10058400" cy="1660801"/>
          </a:xfrm>
          <a:prstGeom prst="rect">
            <a:avLst/>
          </a:prstGeom>
          <a:solidFill>
            <a:srgbClr val="A7EBEF"/>
          </a:solidFill>
          <a:ln cap="flat" cmpd="sng" w="9525">
            <a:solidFill>
              <a:srgbClr val="1241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>
                <a:solidFill>
                  <a:schemeClr val="dk1"/>
                </a:solidFill>
              </a:rPr>
              <a:t>IC2PCT- 2026    </a:t>
            </a:r>
            <a:br>
              <a:rPr lang="en-US" sz="3600">
                <a:solidFill>
                  <a:schemeClr val="dk1"/>
                </a:solidFill>
              </a:rPr>
            </a:br>
            <a:r>
              <a:rPr lang="en-US" sz="3500">
                <a:solidFill>
                  <a:schemeClr val="dk1"/>
                </a:solidFill>
              </a:rPr>
              <a:t>IEEE 6th International Conference on Computing, Power, and Communication Technologies (#68894)</a:t>
            </a:r>
            <a:endParaRPr sz="7900"/>
          </a:p>
        </p:txBody>
      </p:sp>
      <p:sp>
        <p:nvSpPr>
          <p:cNvPr id="522" name="Google Shape;522;p1"/>
          <p:cNvSpPr txBox="1"/>
          <p:nvPr/>
        </p:nvSpPr>
        <p:spPr>
          <a:xfrm>
            <a:off x="2214750" y="4552325"/>
            <a:ext cx="7762500" cy="738623"/>
          </a:xfrm>
          <a:prstGeom prst="rect">
            <a:avLst/>
          </a:prstGeom>
          <a:solidFill>
            <a:srgbClr val="A7EBEF"/>
          </a:solidFill>
          <a:ln cap="flat" cmpd="sng" w="9525">
            <a:solidFill>
              <a:srgbClr val="1241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Track Name: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Presenter Name: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Affiliation: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"/>
          <p:cNvSpPr txBox="1"/>
          <p:nvPr/>
        </p:nvSpPr>
        <p:spPr>
          <a:xfrm>
            <a:off x="3092200" y="3429000"/>
            <a:ext cx="6007500" cy="523200"/>
          </a:xfrm>
          <a:prstGeom prst="rect">
            <a:avLst/>
          </a:prstGeom>
          <a:solidFill>
            <a:srgbClr val="D2F5F7"/>
          </a:solidFill>
          <a:ln cap="flat" cmpd="sng" w="9525">
            <a:solidFill>
              <a:srgbClr val="1241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Paper ID: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Paper Title: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"/>
          <p:cNvSpPr txBox="1"/>
          <p:nvPr>
            <p:ph type="title"/>
          </p:nvPr>
        </p:nvSpPr>
        <p:spPr>
          <a:xfrm>
            <a:off x="1154083" y="778682"/>
            <a:ext cx="10058400" cy="12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9" name="Google Shape;529;p2"/>
          <p:cNvSpPr txBox="1"/>
          <p:nvPr>
            <p:ph idx="1" type="body"/>
          </p:nvPr>
        </p:nvSpPr>
        <p:spPr>
          <a:xfrm>
            <a:off x="1149904" y="1989910"/>
            <a:ext cx="10058400" cy="387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9144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Existing Approaches/ Related Work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Problems in Existing Approaches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Proposed Methodology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Results and Discussion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Conclusion and Future Work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3"/>
          <p:cNvSpPr txBox="1"/>
          <p:nvPr>
            <p:ph type="title"/>
          </p:nvPr>
        </p:nvSpPr>
        <p:spPr>
          <a:xfrm>
            <a:off x="1154083" y="778682"/>
            <a:ext cx="10058400" cy="121122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5" name="Google Shape;535;p3"/>
          <p:cNvSpPr txBox="1"/>
          <p:nvPr>
            <p:ph idx="1" type="body"/>
          </p:nvPr>
        </p:nvSpPr>
        <p:spPr>
          <a:xfrm>
            <a:off x="1149904" y="1989910"/>
            <a:ext cx="10058400" cy="387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9144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Explain the background and motivation for the study.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Define the key problem and objectives.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Keep this short and engaging — no dense text.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4"/>
          <p:cNvSpPr txBox="1"/>
          <p:nvPr>
            <p:ph type="title"/>
          </p:nvPr>
        </p:nvSpPr>
        <p:spPr>
          <a:xfrm>
            <a:off x="1154083" y="778682"/>
            <a:ext cx="10058400" cy="121122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Existing Approaches/ Related Work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1" name="Google Shape;541;p4"/>
          <p:cNvSpPr txBox="1"/>
          <p:nvPr>
            <p:ph idx="1" type="body"/>
          </p:nvPr>
        </p:nvSpPr>
        <p:spPr>
          <a:xfrm>
            <a:off x="1149904" y="1989910"/>
            <a:ext cx="10058400" cy="387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9144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Summarize 2–3 key existing methods.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Highlight their strengths briefly.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Focus on their limitations that your work addresses.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"/>
          <p:cNvSpPr txBox="1"/>
          <p:nvPr>
            <p:ph type="title"/>
          </p:nvPr>
        </p:nvSpPr>
        <p:spPr>
          <a:xfrm>
            <a:off x="1154083" y="778682"/>
            <a:ext cx="10058400" cy="121122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Problems in Existing Approaches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7" name="Google Shape;547;p5"/>
          <p:cNvSpPr txBox="1"/>
          <p:nvPr>
            <p:ph idx="1" type="body"/>
          </p:nvPr>
        </p:nvSpPr>
        <p:spPr>
          <a:xfrm>
            <a:off x="1149904" y="1989910"/>
            <a:ext cx="10058400" cy="387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9144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Clearly identify the gaps in current research.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Use visuals or examples to illustrate challenges.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"/>
          <p:cNvSpPr txBox="1"/>
          <p:nvPr>
            <p:ph type="title"/>
          </p:nvPr>
        </p:nvSpPr>
        <p:spPr>
          <a:xfrm>
            <a:off x="1154083" y="778682"/>
            <a:ext cx="10058400" cy="121122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Proposed Methodology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3" name="Google Shape;553;p6"/>
          <p:cNvSpPr txBox="1"/>
          <p:nvPr>
            <p:ph idx="1" type="body"/>
          </p:nvPr>
        </p:nvSpPr>
        <p:spPr>
          <a:xfrm>
            <a:off x="1149904" y="1989910"/>
            <a:ext cx="10058400" cy="387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9144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Explain your method step by step.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Keep slides visual (block diagrams, flowcharts).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Mention what’s new or different about your method.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7"/>
          <p:cNvSpPr txBox="1"/>
          <p:nvPr>
            <p:ph type="title"/>
          </p:nvPr>
        </p:nvSpPr>
        <p:spPr>
          <a:xfrm>
            <a:off x="1154083" y="778682"/>
            <a:ext cx="10058400" cy="121122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Results and Discussion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9" name="Google Shape;559;p7"/>
          <p:cNvSpPr txBox="1"/>
          <p:nvPr>
            <p:ph idx="1" type="body"/>
          </p:nvPr>
        </p:nvSpPr>
        <p:spPr>
          <a:xfrm>
            <a:off x="1149904" y="1989910"/>
            <a:ext cx="10058400" cy="387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9144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Present key graphs/tables — no more than 3.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Compare your results with existing methods.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Interpret what the results mean (not just numbers).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8"/>
          <p:cNvSpPr txBox="1"/>
          <p:nvPr>
            <p:ph type="title"/>
          </p:nvPr>
        </p:nvSpPr>
        <p:spPr>
          <a:xfrm>
            <a:off x="1154083" y="778682"/>
            <a:ext cx="10058400" cy="121122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Conclusion and Future Work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5" name="Google Shape;565;p8"/>
          <p:cNvSpPr txBox="1"/>
          <p:nvPr>
            <p:ph idx="1" type="body"/>
          </p:nvPr>
        </p:nvSpPr>
        <p:spPr>
          <a:xfrm>
            <a:off x="1149904" y="1989910"/>
            <a:ext cx="10058400" cy="387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9144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Summarize main contributions and results.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❖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Mention 1–2 ideas for future work or improvements.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9"/>
          <p:cNvSpPr txBox="1"/>
          <p:nvPr>
            <p:ph type="title"/>
          </p:nvPr>
        </p:nvSpPr>
        <p:spPr>
          <a:xfrm>
            <a:off x="1154083" y="778682"/>
            <a:ext cx="10058400" cy="121122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1" name="Google Shape;571;p9"/>
          <p:cNvSpPr txBox="1"/>
          <p:nvPr>
            <p:ph idx="1" type="body"/>
          </p:nvPr>
        </p:nvSpPr>
        <p:spPr>
          <a:xfrm>
            <a:off x="1149904" y="1989910"/>
            <a:ext cx="10058400" cy="387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All references must follow the IEEE citation format. Use numbered references in square brackets [ ].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Follow the IEEE style for papers, books, and conference proceedings: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[1] A. B. Author, “Title of the paper,” *Journal Name*, vol. xx, no. yy, pp. zz–zz, Month, Year.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[2] A. B. Author and C. D. Author, *Title of the Book*, City: Publisher, Year.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[3] A. B. Author, “Title of conference paper,” in *Proc. Conf. Name*, Location, Year, pp. xx–yy.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[4] Website Name, “Title or Description,” Available: URL (Accessed: Month Day, Year).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rospect">
  <a:themeElements>
    <a:clrScheme name="Blue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4_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5_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1_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3_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2025-10-30T10:55:16Z</dcterms:created>
  <dc:creator>ishana attri</dc:creator>
</cp:coreProperties>
</file>